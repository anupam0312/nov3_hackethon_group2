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2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6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4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7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8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82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0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4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1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7580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20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09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9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FFEF5-BFA3-4480-AC40-60BECEA0858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519E81-0187-4077-8FF1-05C7755B9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0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256E-1F3A-4875-8A40-BE5E9094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</a:t>
            </a:r>
            <a:r>
              <a:rPr lang="en-IN" sz="4800" dirty="0"/>
              <a:t>DevOps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641C7-82E3-98C5-0465-F2F03FB55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83" y="1249805"/>
            <a:ext cx="9703633" cy="54582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2DC14-4385-B6B6-8296-88F457CF8B57}"/>
              </a:ext>
            </a:extLst>
          </p:cNvPr>
          <p:cNvSpPr txBox="1"/>
          <p:nvPr/>
        </p:nvSpPr>
        <p:spPr>
          <a:xfrm>
            <a:off x="1633928" y="299803"/>
            <a:ext cx="418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269226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B25B2-87B3-08FD-BD40-6448FFB0D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11" y="1180475"/>
            <a:ext cx="10093377" cy="5677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2246BE-FFD7-BBA0-78E9-9C39173A1307}"/>
              </a:ext>
            </a:extLst>
          </p:cNvPr>
          <p:cNvSpPr txBox="1"/>
          <p:nvPr/>
        </p:nvSpPr>
        <p:spPr>
          <a:xfrm>
            <a:off x="1678898" y="374754"/>
            <a:ext cx="5951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GIT cloning &amp; </a:t>
            </a:r>
            <a:r>
              <a:rPr lang="en-IN" sz="2400" b="1" dirty="0" err="1"/>
              <a:t>dockerfile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7808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25DB1-2ED3-FC0D-1D34-B0F3A1316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16" y="1172044"/>
            <a:ext cx="10108367" cy="56859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11E019-5E47-6B4D-2EDB-CB1241211A82}"/>
              </a:ext>
            </a:extLst>
          </p:cNvPr>
          <p:cNvSpPr txBox="1"/>
          <p:nvPr/>
        </p:nvSpPr>
        <p:spPr>
          <a:xfrm>
            <a:off x="1244184" y="404734"/>
            <a:ext cx="5276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DOCKER BUILD</a:t>
            </a:r>
          </a:p>
        </p:txBody>
      </p:sp>
    </p:spTree>
    <p:extLst>
      <p:ext uri="{BB962C8B-B14F-4D97-AF65-F5344CB8AC3E}">
        <p14:creationId xmlns:p14="http://schemas.microsoft.com/office/powerpoint/2010/main" val="291814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D5BF4-FFF1-C921-BCAF-C835F11CC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47" y="946253"/>
            <a:ext cx="10243279" cy="57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7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2AB3C-71B0-E6F1-C333-0D2D6BB51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65" y="1280812"/>
            <a:ext cx="11065411" cy="45203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A7649B-94EF-1CFB-3DED-F157B61B87A4}"/>
              </a:ext>
            </a:extLst>
          </p:cNvPr>
          <p:cNvSpPr txBox="1"/>
          <p:nvPr/>
        </p:nvSpPr>
        <p:spPr>
          <a:xfrm>
            <a:off x="1079292" y="299803"/>
            <a:ext cx="6370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BACKEND_BUILD</a:t>
            </a:r>
          </a:p>
        </p:txBody>
      </p:sp>
    </p:spTree>
    <p:extLst>
      <p:ext uri="{BB962C8B-B14F-4D97-AF65-F5344CB8AC3E}">
        <p14:creationId xmlns:p14="http://schemas.microsoft.com/office/powerpoint/2010/main" val="408564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2B988-8FBE-F740-D705-760568C1D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76" y="1895260"/>
            <a:ext cx="8511746" cy="43294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ECCD0F-DBAE-7FF8-1EDB-37FB11BBF554}"/>
              </a:ext>
            </a:extLst>
          </p:cNvPr>
          <p:cNvSpPr txBox="1"/>
          <p:nvPr/>
        </p:nvSpPr>
        <p:spPr>
          <a:xfrm>
            <a:off x="1514007" y="629587"/>
            <a:ext cx="5246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Terraform Infra Creation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1352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15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                       DevOps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</dc:creator>
  <cp:lastModifiedBy>0021 Anupam PRIACC Innovations</cp:lastModifiedBy>
  <cp:revision>9</cp:revision>
  <dcterms:created xsi:type="dcterms:W3CDTF">2025-11-03T12:30:16Z</dcterms:created>
  <dcterms:modified xsi:type="dcterms:W3CDTF">2025-11-06T08:43:14Z</dcterms:modified>
</cp:coreProperties>
</file>