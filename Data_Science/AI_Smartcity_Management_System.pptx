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1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9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6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6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9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3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12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12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4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23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99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42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4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0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chandsare6/AI_Smartcity_Management_Syst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AI Smartcity Management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Traffic Accident, Energy Demand, and Air Quality Prediction</a:t>
            </a:r>
          </a:p>
          <a:p>
            <a:r>
              <a:rPr dirty="0"/>
              <a:t>Tools: Python, Pandas, Scikit-learn, </a:t>
            </a:r>
            <a:r>
              <a:rPr lang="en-US" dirty="0"/>
              <a:t>Machine learning</a:t>
            </a:r>
            <a:r>
              <a:rPr dirty="0"/>
              <a:t>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Objective: Build predictive models for real-world safety and environmental challenges.</a:t>
            </a:r>
          </a:p>
          <a:p>
            <a:r>
              <a:t>- Focus Areas:</a:t>
            </a:r>
          </a:p>
          <a:p>
            <a:r>
              <a:t>1. Traffic Accident Analysis</a:t>
            </a:r>
          </a:p>
          <a:p>
            <a:r>
              <a:t>2. Household Energy Forecasting</a:t>
            </a:r>
          </a:p>
          <a:p>
            <a:r>
              <a:t>3. Air Quality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Accident Analysis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Goal: Predict accident severity and key influencing factors.</a:t>
            </a:r>
          </a:p>
          <a:p>
            <a:r>
              <a:t>- Importance: Reduce road accidents and improve traffic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Features: Traffic_Density, Speed_Limit, Driver_Alcohol, Weather, Road_Type.</a:t>
            </a:r>
          </a:p>
          <a:p>
            <a:r>
              <a:t>- Target: Accident (Yes/No)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Filled missing numeric values with median.</a:t>
            </a:r>
          </a:p>
          <a:p>
            <a:r>
              <a:t>- Filled categorical columns with mode.</a:t>
            </a:r>
          </a:p>
          <a:p>
            <a:r>
              <a:t>- Removed duplicates and outliers.</a:t>
            </a:r>
          </a:p>
          <a:p>
            <a:r>
              <a:t>- Created Age_vs_Experience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Accident Frequency by Weather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94" y="2733472"/>
            <a:ext cx="6394860" cy="3197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Models: RandomForestClassifier, XGBoostClassifier</a:t>
            </a:r>
          </a:p>
          <a:p>
            <a:r>
              <a:t>- Accuracy: ~90%</a:t>
            </a:r>
          </a:p>
          <a:p>
            <a:r>
              <a:t>- Metrics: Confusion Matrix, Classification Report</a:t>
            </a:r>
          </a:p>
          <a:p>
            <a:r>
              <a:t>- Model saved: traffic_model.pkl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Demand Forecasting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Goal: Predict next-day household energy demand.</a:t>
            </a:r>
          </a:p>
          <a:p>
            <a:r>
              <a:t>- Importance: Supports smart grid and efficient power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Model: RandomForestRegressor</a:t>
            </a:r>
          </a:p>
          <a:p>
            <a:r>
              <a:t>- RMSE ≈ 0.05</a:t>
            </a:r>
          </a:p>
          <a:p>
            <a:r>
              <a:t>- R² ≈ 0.92</a:t>
            </a:r>
          </a:p>
          <a:p>
            <a:r>
              <a:t>- Visualization: Predicted vs Actual Consumption</a:t>
            </a:r>
          </a:p>
          <a:p>
            <a:r>
              <a:t>- Model saved: energy_consumption.pkl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Consumption: Actual vs Predicted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48" y="2667376"/>
            <a:ext cx="6527051" cy="32635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 Quality Prediction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Goal: Predict Air Quality Index (AQI) using sensor data.</a:t>
            </a:r>
          </a:p>
          <a:p>
            <a:r>
              <a:t>- Importance: Monitor and forecast pollution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Model: XGBoostRegressor</a:t>
            </a:r>
          </a:p>
          <a:p>
            <a:r>
              <a:t>- RMSE ≈ 5.5</a:t>
            </a:r>
          </a:p>
          <a:p>
            <a:r>
              <a:t>- R² ≈ 0.97</a:t>
            </a:r>
          </a:p>
          <a:p>
            <a:r>
              <a:t>- Model saved: aqi.pkl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 Quality: Actual vs Predicted AQI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18" y="2684833"/>
            <a:ext cx="6809362" cy="34046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Traffic Accident → RandomForest (Acc ≈ 90%)</a:t>
            </a:r>
          </a:p>
          <a:p>
            <a:r>
              <a:t>Energy Forecasting → RF Regressor (R² ≈ 0.92)</a:t>
            </a:r>
          </a:p>
          <a:p>
            <a:r>
              <a:t>Air Quality → XGBoost (R² ≈ 0.97)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Integrate all models into unified AI dashboard.</a:t>
            </a:r>
          </a:p>
          <a:p>
            <a:r>
              <a:t>- Deploy with Streamlit or Flask.</a:t>
            </a:r>
          </a:p>
          <a:p>
            <a:r>
              <a:t>- Add real-time IoT data for live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- ML provides valuable insights across multiple domains.</a:t>
            </a:r>
          </a:p>
          <a:p>
            <a:r>
              <a:t>- Predictive analytics supports safer and cleaner environments.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</TotalTime>
  <Words>384</Words>
  <Application>Microsoft Office PowerPoint</Application>
  <PresentationFormat>On-screen Show (4:3)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AI Smartcity Management System</vt:lpstr>
      <vt:lpstr>Overview</vt:lpstr>
      <vt:lpstr>Traffic Accident Analysis – Introduction</vt:lpstr>
      <vt:lpstr>Dataset Overview</vt:lpstr>
      <vt:lpstr>Data Preprocessing</vt:lpstr>
      <vt:lpstr>EDA: Accident Frequency by Weather</vt:lpstr>
      <vt:lpstr>Model Training &amp; Results</vt:lpstr>
      <vt:lpstr>Energy Demand Forecasting – Introduction</vt:lpstr>
      <vt:lpstr>Model &amp; Evaluation</vt:lpstr>
      <vt:lpstr>Energy Consumption: Actual vs Predicted</vt:lpstr>
      <vt:lpstr>Air Quality Prediction – Introduction</vt:lpstr>
      <vt:lpstr>Model &amp; Evaluation</vt:lpstr>
      <vt:lpstr>Air Quality: Actual vs Predicted AQI</vt:lpstr>
      <vt:lpstr>Comparative Summary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0165 Akshay Priaccinnovations</cp:lastModifiedBy>
  <cp:revision>4</cp:revision>
  <dcterms:created xsi:type="dcterms:W3CDTF">2013-01-27T09:14:16Z</dcterms:created>
  <dcterms:modified xsi:type="dcterms:W3CDTF">2025-11-04T09:38:48Z</dcterms:modified>
  <cp:category/>
</cp:coreProperties>
</file>