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180DBC-E049-42F3-86B1-B1BEF5F3C261}" v="10" dt="2025-11-03T13:27:03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405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583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952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026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438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791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265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993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5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379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9468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180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3706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045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000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638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81AC9-E37A-4D34-8527-EDEB98E0CCD5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555DE8E-2778-4EF0-BC69-8EF114473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4560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C65B29F-8E74-E071-41F8-C2DB63836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8916" y="1784556"/>
            <a:ext cx="9134168" cy="5073444"/>
          </a:xfrm>
        </p:spPr>
        <p:txBody>
          <a:bodyPr/>
          <a:lstStyle/>
          <a:p>
            <a:r>
              <a:rPr lang="en-IN" sz="4000" b="1" dirty="0"/>
              <a:t>AI-Driven Smart City Management System (</a:t>
            </a:r>
            <a:r>
              <a:rPr lang="en-IN" sz="4000" b="1" dirty="0" err="1"/>
              <a:t>FrontEnd</a:t>
            </a:r>
            <a:r>
              <a:rPr lang="en-IN" sz="4000" b="1" dirty="0"/>
              <a:t>)</a:t>
            </a:r>
          </a:p>
          <a:p>
            <a:r>
              <a:rPr lang="en-IN" sz="4000" b="1" dirty="0"/>
              <a:t>Manual Testing </a:t>
            </a:r>
            <a:br>
              <a:rPr lang="en-IN" sz="4000" dirty="0"/>
            </a:br>
            <a:endParaRPr lang="en-IN" sz="4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189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C4E9E-8A36-797A-CD5A-0387D4093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Title:</a:t>
            </a:r>
            <a:r>
              <a:rPr lang="en-IN" dirty="0"/>
              <a:t> Manual Testing of AI-Driven Smart City Management System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Subtitle:</a:t>
            </a:r>
            <a:r>
              <a:rPr lang="en-IN" dirty="0"/>
              <a:t> Ensuring Quality and Reliability in Intelligent Urban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558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4291-63D1-6C8D-F03B-A2FD007BB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/>
              <a:t>Introduction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E283C-BB4E-C87D-F86B-5F5DE5048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728" y="1858297"/>
            <a:ext cx="10400071" cy="4318666"/>
          </a:xfrm>
        </p:spPr>
        <p:txBody>
          <a:bodyPr/>
          <a:lstStyle/>
          <a:p>
            <a:r>
              <a:rPr lang="en-IN" b="1" dirty="0"/>
              <a:t>Manual Testing</a:t>
            </a:r>
            <a:r>
              <a:rPr lang="en-IN" dirty="0"/>
              <a:t> ensures system functionality, usability, and reliability before deployment.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Goal</a:t>
            </a:r>
            <a:r>
              <a:rPr lang="en-IN" dirty="0"/>
              <a:t>: Validate that all modules work correctly as per requirements.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/>
              <a:t>			Objectives of Manual Testing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dirty="0"/>
              <a:t>Verify that all </a:t>
            </a:r>
            <a:r>
              <a:rPr lang="en-IN" b="1" dirty="0"/>
              <a:t>functional and non-functional requirements</a:t>
            </a:r>
            <a:r>
              <a:rPr lang="en-IN" dirty="0"/>
              <a:t> are met.</a:t>
            </a:r>
          </a:p>
          <a:p>
            <a:r>
              <a:rPr lang="en-IN" dirty="0"/>
              <a:t>Detect </a:t>
            </a:r>
            <a:r>
              <a:rPr lang="en-IN" b="1" dirty="0"/>
              <a:t>defects early</a:t>
            </a:r>
            <a:r>
              <a:rPr lang="en-IN" dirty="0"/>
              <a:t> in development.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95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2C480-CA06-31B9-71A5-115138261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+mn-lt"/>
              </a:rPr>
              <a:t>				Scope of Testing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D53A4-8115-19CE-9AAC-60FFFDA41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646"/>
            <a:ext cx="10515600" cy="445631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Modules to be tested:</a:t>
            </a:r>
            <a:endParaRPr lang="en-IN" dirty="0"/>
          </a:p>
          <a:p>
            <a:pPr lvl="0"/>
            <a:r>
              <a:rPr lang="en-IN" dirty="0"/>
              <a:t>Smart Traffic Management</a:t>
            </a:r>
          </a:p>
          <a:p>
            <a:pPr lvl="0"/>
            <a:r>
              <a:rPr lang="en-IN" dirty="0"/>
              <a:t>Public Safety (CCTV analytics)</a:t>
            </a:r>
          </a:p>
          <a:p>
            <a:pPr lvl="0"/>
            <a:r>
              <a:rPr lang="en-IN" dirty="0"/>
              <a:t>Admin Dashboard</a:t>
            </a:r>
          </a:p>
          <a:p>
            <a:pPr lvl="0"/>
            <a:r>
              <a:rPr lang="en-IN" dirty="0"/>
              <a:t>Live Map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Test Types:</a:t>
            </a:r>
            <a:endParaRPr lang="en-IN" dirty="0"/>
          </a:p>
          <a:p>
            <a:pPr lvl="0"/>
            <a:r>
              <a:rPr lang="en-IN" dirty="0"/>
              <a:t>Functional Testing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7265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7B138-A5D4-97CD-1571-0BC4A814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Test Environment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AF57A-5758-02E3-4098-2FECDDB85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477"/>
            <a:ext cx="10515600" cy="4446486"/>
          </a:xfrm>
        </p:spPr>
        <p:txBody>
          <a:bodyPr/>
          <a:lstStyle/>
          <a:p>
            <a:pPr lvl="0"/>
            <a:r>
              <a:rPr lang="en-IN" dirty="0"/>
              <a:t> </a:t>
            </a:r>
            <a:r>
              <a:rPr lang="en-IN" b="1" dirty="0"/>
              <a:t>Software:</a:t>
            </a:r>
            <a:r>
              <a:rPr lang="en-IN" dirty="0"/>
              <a:t> Web Application + AI Engine + Database + APIs</a:t>
            </a:r>
          </a:p>
          <a:p>
            <a:pPr lvl="0"/>
            <a:r>
              <a:rPr lang="en-IN" b="1" dirty="0"/>
              <a:t> Test Tools: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Browser </a:t>
            </a:r>
            <a:r>
              <a:rPr lang="en-IN" dirty="0" err="1"/>
              <a:t>DevTools</a:t>
            </a:r>
            <a:r>
              <a:rPr lang="en-IN" dirty="0"/>
              <a:t> (manual UI testing)</a:t>
            </a:r>
          </a:p>
          <a:p>
            <a:pPr marL="0" lvl="0" indent="0">
              <a:buNone/>
            </a:pPr>
            <a:r>
              <a:rPr lang="en-IN" dirty="0"/>
              <a:t>Selenium (API testing)</a:t>
            </a:r>
          </a:p>
          <a:p>
            <a:pPr marL="0" lvl="0" indent="0">
              <a:buNone/>
            </a:pPr>
            <a:r>
              <a:rPr lang="en-IN" dirty="0"/>
              <a:t>Excel (test case management)</a:t>
            </a:r>
          </a:p>
          <a:p>
            <a:pPr marL="0" lvl="0" indent="0">
              <a:buNone/>
            </a:pPr>
            <a:r>
              <a:rPr lang="en-IN" b="1" dirty="0"/>
              <a:t>Test Data:</a:t>
            </a:r>
            <a:r>
              <a:rPr lang="en-IN" dirty="0"/>
              <a:t> Realistic datasets for Traffic, CCTV, </a:t>
            </a:r>
            <a:r>
              <a:rPr lang="en-IN" dirty="0" err="1"/>
              <a:t>LiveMaps</a:t>
            </a:r>
            <a:r>
              <a:rPr lang="en-IN" dirty="0"/>
              <a:t>, </a:t>
            </a:r>
            <a:r>
              <a:rPr lang="en-IN" dirty="0" err="1"/>
              <a:t>Analystics</a:t>
            </a:r>
            <a:r>
              <a:rPr lang="en-IN" dirty="0"/>
              <a:t>, Incidents and Setting inputs</a:t>
            </a:r>
          </a:p>
          <a:p>
            <a:pPr marL="0" lv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88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F5FF-AF3A-360B-1D08-53FE7500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		Bug Reporting Process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36A678-BB3B-E367-504E-A83D0410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and reproduce the issue.</a:t>
            </a:r>
          </a:p>
          <a:p>
            <a:r>
              <a:rPr lang="en-US" dirty="0"/>
              <a:t>Capture screenshots and logs.</a:t>
            </a:r>
          </a:p>
          <a:p>
            <a:r>
              <a:rPr lang="en-US" dirty="0"/>
              <a:t>Record bug in tracking tool ( Excel ).</a:t>
            </a:r>
          </a:p>
          <a:p>
            <a:r>
              <a:rPr lang="en-US" dirty="0"/>
              <a:t>Include:</a:t>
            </a:r>
          </a:p>
          <a:p>
            <a:r>
              <a:rPr lang="en-US" dirty="0"/>
              <a:t>Bug ID, Summary, Steps to Reproduce, Expected vs. Actual Result, Severity, and Priority.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245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4110F-074E-0827-2064-593A7B7F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Common Issues Found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4D16F-C6A2-BE43-2A55-DB1DA0EB1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Disabled or non-responsive tabs (e.g., Change Password, Contract tab).</a:t>
            </a:r>
          </a:p>
          <a:p>
            <a:r>
              <a:rPr lang="en-US" dirty="0"/>
              <a:t>Session timeout exceeding 15 minutes.</a:t>
            </a:r>
          </a:p>
          <a:p>
            <a:r>
              <a:rPr lang="en-US" dirty="0"/>
              <a:t>Missing links (Forgot Password / Register).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030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8C800-FB00-2BEE-BE8C-FF1638E11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Test Results &amp;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CD5F7-30BB-D5F7-C42A-FFBABC8A7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Total Test Cases:56</a:t>
            </a:r>
          </a:p>
          <a:p>
            <a:r>
              <a:rPr lang="en-US" dirty="0"/>
              <a:t>Passed: 23</a:t>
            </a:r>
          </a:p>
          <a:p>
            <a:r>
              <a:rPr lang="en-US" dirty="0"/>
              <a:t>Failed: 23</a:t>
            </a:r>
          </a:p>
          <a:p>
            <a:pPr marL="0" indent="0">
              <a:buNone/>
            </a:pPr>
            <a:r>
              <a:rPr lang="en-US" dirty="0"/>
              <a:t>Bug Severity Breakdown:</a:t>
            </a:r>
          </a:p>
          <a:p>
            <a:r>
              <a:rPr lang="en-US" dirty="0"/>
              <a:t>Critical: 18</a:t>
            </a:r>
          </a:p>
          <a:p>
            <a:r>
              <a:rPr lang="en-US" dirty="0"/>
              <a:t>Minor: 5</a:t>
            </a:r>
          </a:p>
          <a:p>
            <a:endParaRPr lang="en-US" dirty="0"/>
          </a:p>
          <a:p>
            <a:r>
              <a:rPr lang="en-US" dirty="0"/>
              <a:t>Name: Vandana Priya Godishala</a:t>
            </a:r>
          </a:p>
          <a:p>
            <a:r>
              <a:rPr lang="sv-SE" dirty="0"/>
              <a:t>Name: H P Yogeesha</a:t>
            </a:r>
          </a:p>
          <a:p>
            <a:r>
              <a:rPr lang="sv-SE" dirty="0"/>
              <a:t>Name: </a:t>
            </a:r>
            <a:r>
              <a:rPr lang="en-IN" dirty="0" err="1"/>
              <a:t>Jayodip</a:t>
            </a:r>
            <a:r>
              <a:rPr lang="en-IN" dirty="0"/>
              <a:t> Hemant</a:t>
            </a:r>
          </a:p>
          <a:p>
            <a:pPr marL="0" indent="0">
              <a:buNone/>
            </a:pPr>
            <a:br>
              <a:rPr lang="sv-SE" dirty="0"/>
            </a:br>
            <a:endParaRPr lang="sv-SE" dirty="0"/>
          </a:p>
          <a:p>
            <a:pPr marL="0" indent="0">
              <a:buNone/>
            </a:pPr>
            <a:br>
              <a:rPr lang="sv-SE" dirty="0"/>
            </a:br>
            <a:endParaRPr lang="sv-SE" dirty="0"/>
          </a:p>
          <a:p>
            <a:endParaRPr lang="sv-SE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2983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4C9A6-8848-5626-1ACA-0EAC9E06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Challenges in Manual Testing</a:t>
            </a:r>
            <a:br>
              <a:rPr lang="en-US" sz="4000" b="1" dirty="0"/>
            </a:b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78F38-B0D0-7A57-DD92-C58A473F9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amount of real-time sensor data to validate manually.</a:t>
            </a:r>
          </a:p>
          <a:p>
            <a:r>
              <a:rPr lang="en-US" dirty="0"/>
              <a:t>Time-consuming test cycles for regression.</a:t>
            </a:r>
          </a:p>
          <a:p>
            <a:r>
              <a:rPr lang="en-US" dirty="0"/>
              <a:t>Manual testing ensures functional accuracy and reliability.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0992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322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Introduction    </vt:lpstr>
      <vt:lpstr>    Scope of Testing </vt:lpstr>
      <vt:lpstr>Test Environment </vt:lpstr>
      <vt:lpstr>   Bug Reporting Process</vt:lpstr>
      <vt:lpstr>Common Issues Found </vt:lpstr>
      <vt:lpstr>Test Results &amp; Metrics</vt:lpstr>
      <vt:lpstr>Challenges in Manual Testing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vandana Godishala</dc:creator>
  <cp:lastModifiedBy>vandana Godishala</cp:lastModifiedBy>
  <cp:revision>4</cp:revision>
  <dcterms:created xsi:type="dcterms:W3CDTF">2025-11-03T13:05:47Z</dcterms:created>
  <dcterms:modified xsi:type="dcterms:W3CDTF">2025-11-06T06:24:53Z</dcterms:modified>
</cp:coreProperties>
</file>